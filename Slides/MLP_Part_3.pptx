
<file path=[Content_Types].xml><?xml version="1.0" encoding="utf-8"?>
<Types xmlns="http://schemas.openxmlformats.org/package/2006/content-types">
  <Default Extension="jpg" ContentType="image/jpeg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8" Type="http://schemas.openxmlformats.org/officeDocument/2006/relationships/slide" Target="slides/slide3.xml"/><Relationship Id="rId26" Type="http://schemas.openxmlformats.org/officeDocument/2006/relationships/customXml" Target="../customXml/item3.xml"/><Relationship Id="rId21" Type="http://schemas.openxmlformats.org/officeDocument/2006/relationships/slide" Target="slides/slide16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7" Type="http://schemas.openxmlformats.org/officeDocument/2006/relationships/slide" Target="slides/slide2.xml"/><Relationship Id="rId25" Type="http://schemas.openxmlformats.org/officeDocument/2006/relationships/customXml" Target="../customXml/item2.xml"/><Relationship Id="rId20" Type="http://schemas.openxmlformats.org/officeDocument/2006/relationships/slide" Target="slides/slide15.xml"/><Relationship Id="rId2" Type="http://schemas.openxmlformats.org/officeDocument/2006/relationships/presProps" Target="presProps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24" Type="http://schemas.openxmlformats.org/officeDocument/2006/relationships/customXml" Target="../customXml/item1.xml"/><Relationship Id="rId23" Type="http://schemas.openxmlformats.org/officeDocument/2006/relationships/slide" Target="slides/slide18.xml"/><Relationship Id="rId15" Type="http://schemas.openxmlformats.org/officeDocument/2006/relationships/slide" Target="slides/slide10.xml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22" Type="http://schemas.openxmlformats.org/officeDocument/2006/relationships/slide" Target="slides/slide17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43bb3286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443bb328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fd4668b0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cfd4668b0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fd4668b06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cfd4668b06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fd4668b06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cfd4668b06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fd4668b06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cfd4668b06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fd4668b06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cfd4668b06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fd4668b06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cfd4668b06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fd4668b06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cfd4668b06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fd4668b06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cfd4668b06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fd4668b06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cfd4668b06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fd4668b06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cfd4668b06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fd4668b06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cfd4668b06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fd4668b06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cfd4668b06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fd4668b06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cfd4668b06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10a675a9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d10a675a9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fd4668b06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cfd4668b06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cfd4668b06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cfd4668b06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c62f308739_3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2c62f308739_3_5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11.jp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hyperlink" Target="https://arxiv.org/pdf/1402.1869" TargetMode="External"/><Relationship Id="rId5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/>
        </p:nvSpPr>
        <p:spPr>
          <a:xfrm>
            <a:off x="203200" y="508001"/>
            <a:ext cx="119889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5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0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Times New Roman"/>
              <a:buNone/>
            </a:pPr>
            <a:r>
              <a:rPr b="1" i="0" lang="it-IT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 202</a:t>
            </a:r>
            <a:r>
              <a:rPr b="1" lang="it-IT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1" i="0" lang="it-IT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-202</a:t>
            </a:r>
            <a:r>
              <a:rPr b="1" lang="it-IT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1" i="0" lang="it-IT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2nd Semester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2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Alessio Ansuini, Area Science Park</a:t>
            </a:r>
            <a:endParaRPr b="0" i="0" sz="32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Michele Alessi</a:t>
            </a:r>
            <a:r>
              <a:rPr b="0" i="0" lang="it-IT" sz="32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UniTS</a:t>
            </a:r>
            <a:endParaRPr b="0" i="0" sz="32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4" name="Google Shape;16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3148" y="4486549"/>
            <a:ext cx="1932500" cy="193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5" title="logo_area_science_park-e152457758979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198" y="4382201"/>
            <a:ext cx="2141202" cy="2141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5" title="logo-dsai-ombr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8150" y="4772025"/>
            <a:ext cx="369570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/>
        </p:nvSpPr>
        <p:spPr>
          <a:xfrm>
            <a:off x="1216500" y="2362200"/>
            <a:ext cx="9454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“shallow”...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8639" y="3819675"/>
            <a:ext cx="2002161" cy="209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/>
        </p:nvSpPr>
        <p:spPr>
          <a:xfrm>
            <a:off x="1216500" y="2362200"/>
            <a:ext cx="9454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 to deep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8" name="Google Shape;17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5839" y="3819675"/>
            <a:ext cx="2002161" cy="209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0050" y="3895875"/>
            <a:ext cx="5881275" cy="2213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p27"/>
          <p:cNvCxnSpPr/>
          <p:nvPr/>
        </p:nvCxnSpPr>
        <p:spPr>
          <a:xfrm flipH="1" rot="10800000">
            <a:off x="3970500" y="4895725"/>
            <a:ext cx="1458600" cy="141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/>
        </p:nvSpPr>
        <p:spPr>
          <a:xfrm>
            <a:off x="1029600" y="2790875"/>
            <a:ext cx="10132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Networks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/>
        </p:nvSpPr>
        <p:spPr>
          <a:xfrm>
            <a:off x="1029600" y="0"/>
            <a:ext cx="10132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Composition of shallow networks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1" name="Google Shape;19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525" y="2346275"/>
            <a:ext cx="11197151" cy="276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/>
        </p:nvSpPr>
        <p:spPr>
          <a:xfrm>
            <a:off x="1029600" y="0"/>
            <a:ext cx="10132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Composition of shallow networks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7" name="Google Shape;19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0950" y="1468025"/>
            <a:ext cx="6146600" cy="483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850" y="1239425"/>
            <a:ext cx="6850198" cy="538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725" y="3336875"/>
            <a:ext cx="4387324" cy="1082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/>
        </p:nvSpPr>
        <p:spPr>
          <a:xfrm>
            <a:off x="1029600" y="0"/>
            <a:ext cx="10132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2-dimensions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5" name="Google Shape;20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2351" y="1125076"/>
            <a:ext cx="9004800" cy="524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/>
        </p:nvSpPr>
        <p:spPr>
          <a:xfrm>
            <a:off x="1029600" y="0"/>
            <a:ext cx="10132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“Folding” input space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1" name="Google Shape;21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99" y="1791154"/>
            <a:ext cx="10972800" cy="391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/>
        </p:nvSpPr>
        <p:spPr>
          <a:xfrm>
            <a:off x="1019275" y="70100"/>
            <a:ext cx="102045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Exercise: r</a:t>
            </a:r>
            <a:r>
              <a:rPr lang="it-IT" sz="5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einterpretation of a 1-3-1-3-1 network as 2-layer deep network 1-3-3-1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7" name="Google Shape;21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7973" y="2723902"/>
            <a:ext cx="12329976" cy="263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/>
        </p:nvSpPr>
        <p:spPr>
          <a:xfrm>
            <a:off x="1467075" y="-106125"/>
            <a:ext cx="9454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of the computation in a generic deep network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23" name="Google Shape;223;p34"/>
          <p:cNvPicPr preferRelativeResize="0"/>
          <p:nvPr/>
        </p:nvPicPr>
        <p:blipFill rotWithShape="1">
          <a:blip r:embed="rId3">
            <a:alphaModFix/>
          </a:blip>
          <a:srcRect b="0" l="0" r="48807" t="10770"/>
          <a:stretch/>
        </p:blipFill>
        <p:spPr>
          <a:xfrm>
            <a:off x="1519577" y="3533811"/>
            <a:ext cx="4096547" cy="2189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4"/>
          <p:cNvPicPr preferRelativeResize="0"/>
          <p:nvPr/>
        </p:nvPicPr>
        <p:blipFill rotWithShape="1">
          <a:blip r:embed="rId3">
            <a:alphaModFix/>
          </a:blip>
          <a:srcRect b="0" l="50605" r="0" t="0"/>
          <a:stretch/>
        </p:blipFill>
        <p:spPr>
          <a:xfrm>
            <a:off x="6557762" y="3422083"/>
            <a:ext cx="3952532" cy="245318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4"/>
          <p:cNvSpPr txBox="1"/>
          <p:nvPr/>
        </p:nvSpPr>
        <p:spPr>
          <a:xfrm>
            <a:off x="2963550" y="2329600"/>
            <a:ext cx="667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Premise: piecewise linear with same joints!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76396" l="0" r="0" t="0"/>
          <a:stretch/>
        </p:blipFill>
        <p:spPr>
          <a:xfrm>
            <a:off x="654852" y="212725"/>
            <a:ext cx="10894800" cy="310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51343" l="0" r="0" t="0"/>
          <a:stretch/>
        </p:blipFill>
        <p:spPr>
          <a:xfrm>
            <a:off x="654852" y="212724"/>
            <a:ext cx="10894800" cy="640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6950" l="0" r="0" t="23934"/>
          <a:stretch/>
        </p:blipFill>
        <p:spPr>
          <a:xfrm>
            <a:off x="654852" y="108857"/>
            <a:ext cx="10894800" cy="646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8"/>
          <p:cNvPicPr preferRelativeResize="0"/>
          <p:nvPr/>
        </p:nvPicPr>
        <p:blipFill rotWithShape="1">
          <a:blip r:embed="rId3">
            <a:alphaModFix/>
          </a:blip>
          <a:srcRect b="77" l="0" r="0" t="48493"/>
          <a:stretch/>
        </p:blipFill>
        <p:spPr>
          <a:xfrm>
            <a:off x="654848" y="87086"/>
            <a:ext cx="10894891" cy="6770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096" y="3142751"/>
            <a:ext cx="11329925" cy="314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9"/>
          <p:cNvSpPr txBox="1"/>
          <p:nvPr/>
        </p:nvSpPr>
        <p:spPr>
          <a:xfrm>
            <a:off x="1467075" y="-106125"/>
            <a:ext cx="9454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“folding interpretation”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2" name="Google Shape;252;p39"/>
          <p:cNvSpPr txBox="1"/>
          <p:nvPr/>
        </p:nvSpPr>
        <p:spPr>
          <a:xfrm>
            <a:off x="4819175" y="6398800"/>
            <a:ext cx="291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On the number of linear regions...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39"/>
          <p:cNvSpPr txBox="1"/>
          <p:nvPr/>
        </p:nvSpPr>
        <p:spPr>
          <a:xfrm>
            <a:off x="8661075" y="5971525"/>
            <a:ext cx="356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39" title="montufa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4870414" y="-753588"/>
            <a:ext cx="2191775" cy="572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/>
          <p:nvPr/>
        </p:nvSpPr>
        <p:spPr>
          <a:xfrm>
            <a:off x="1467075" y="-29925"/>
            <a:ext cx="9454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Generic MLP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60" name="Google Shape;26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4651" y="1413320"/>
            <a:ext cx="9279900" cy="430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1"/>
          <p:cNvSpPr txBox="1"/>
          <p:nvPr/>
        </p:nvSpPr>
        <p:spPr>
          <a:xfrm>
            <a:off x="1467075" y="-106125"/>
            <a:ext cx="9454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regions in deep networks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66" name="Google Shape;26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76400"/>
            <a:ext cx="10515599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577" y="1643743"/>
            <a:ext cx="10865223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9800" y="5461226"/>
            <a:ext cx="7772400" cy="780914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2"/>
          <p:cNvSpPr txBox="1"/>
          <p:nvPr/>
        </p:nvSpPr>
        <p:spPr>
          <a:xfrm>
            <a:off x="1792368" y="6349128"/>
            <a:ext cx="94634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rgbClr val="D18362"/>
                </a:solidFill>
                <a:latin typeface="Calibri"/>
                <a:ea typeface="Calibri"/>
                <a:cs typeface="Calibri"/>
                <a:sym typeface="Calibri"/>
              </a:rPr>
              <a:t>Kullback-Leibler Divergence 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 a measure between probability distributions</a:t>
            </a:r>
            <a:endParaRPr/>
          </a:p>
        </p:txBody>
      </p:sp>
      <p:sp>
        <p:nvSpPr>
          <p:cNvPr id="274" name="Google Shape;274;p42"/>
          <p:cNvSpPr txBox="1"/>
          <p:nvPr/>
        </p:nvSpPr>
        <p:spPr>
          <a:xfrm>
            <a:off x="999300" y="-100500"/>
            <a:ext cx="1012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Information-theoretical perspective on MLE and loss functions</a:t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841F56F13D8C3459094FAC8F5D60854" ma:contentTypeVersion="7" ma:contentTypeDescription="Creare un nuovo documento." ma:contentTypeScope="" ma:versionID="a2a276b25259458b7acdb8b72fc72c10">
  <xsd:schema xmlns:xsd="http://www.w3.org/2001/XMLSchema" xmlns:xs="http://www.w3.org/2001/XMLSchema" xmlns:p="http://schemas.microsoft.com/office/2006/metadata/properties" xmlns:ns2="f42b9177-a0d3-44d8-ab4b-470e6fb5e28b" targetNamespace="http://schemas.microsoft.com/office/2006/metadata/properties" ma:root="true" ma:fieldsID="438aefd87077bd0c516beaf8db6dd106" ns2:_="">
    <xsd:import namespace="f42b9177-a0d3-44d8-ab4b-470e6fb5e2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2b9177-a0d3-44d8-ab4b-470e6fb5e2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3F5C6F8-2BE7-46E7-967A-6CBD24958DAF}"/>
</file>

<file path=customXml/itemProps2.xml><?xml version="1.0" encoding="utf-8"?>
<ds:datastoreItem xmlns:ds="http://schemas.openxmlformats.org/officeDocument/2006/customXml" ds:itemID="{D58C1DEE-BF35-4DDF-97E0-BAFACA0A6A77}"/>
</file>

<file path=customXml/itemProps3.xml><?xml version="1.0" encoding="utf-8"?>
<ds:datastoreItem xmlns:ds="http://schemas.openxmlformats.org/officeDocument/2006/customXml" ds:itemID="{C5FDF68F-CBFF-44B0-9D0B-21DBC7D12C3C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0x010100C841F56F13D8C3459094FAC8F5D60854</vt:lpwstr>
  </property>
</Properties>
</file>